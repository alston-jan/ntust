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5" r:id="rId8"/>
    <p:sldId id="266" r:id="rId9"/>
    <p:sldId id="260" r:id="rId10"/>
    <p:sldId id="267" r:id="rId11"/>
    <p:sldId id="268" r:id="rId12"/>
    <p:sldId id="273" r:id="rId13"/>
    <p:sldId id="261" r:id="rId14"/>
    <p:sldId id="269" r:id="rId15"/>
    <p:sldId id="270" r:id="rId16"/>
    <p:sldId id="262" r:id="rId17"/>
    <p:sldId id="271" r:id="rId18"/>
    <p:sldId id="272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8" autoAdjust="0"/>
    <p:restoredTop sz="94660"/>
  </p:normalViewPr>
  <p:slideViewPr>
    <p:cSldViewPr snapToGrid="0">
      <p:cViewPr>
        <p:scale>
          <a:sx n="125" d="100"/>
          <a:sy n="125" d="100"/>
        </p:scale>
        <p:origin x="195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BF18A2-340E-41DA-87A7-E60D14676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FC2739-55D8-452B-BF7E-7413CB046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92B351-4D3F-446C-9A73-C90EB352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68D41A-8448-4649-BF1E-86BE7726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684804-2C43-4544-8498-E0D9B174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901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D2B09-D18F-46E2-B71C-02C91979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CBF931-6858-4283-99F7-5DA6576D7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0BD98E-AB58-415E-9039-03D81C002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0D70C3-035F-4A5A-A7FF-002E8193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4D13F5-9597-4FF5-8C1E-36EFEF8A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03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350F39-B4CA-4121-90E1-AF620CEA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6679F8-1CD8-4FAF-A3B3-2EE603107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C4C717-745E-4C58-9CF9-F96348FD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9085A1-390D-4FC0-BA55-EFF3E635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469017-BBF3-4884-8A0D-57A7EB3E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112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25B5E7-9078-4DE2-9632-4DEA91D4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B4D18E-D4B1-4607-A5F3-4A27A6469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CFD501-5135-4565-B2EA-D2E8633F1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591E8F-927B-4ED8-A1B0-B8E356FD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E63238-C46E-4275-93EA-84E5144B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C05177-A842-4FEF-927A-F5323199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388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3F14F1-6A88-412A-8B41-B1913614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7D2F30-438C-435E-B376-15D2A7F9B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4C87DA-216D-4CE9-841A-A25D222A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94FDDD-30DA-4418-AC50-C5B06CB6D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B2B0B0A-B379-415B-891D-B90644D8B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E8617A-A259-4A1F-AEDD-486459A3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D3EA591-76E0-41B9-95F0-E264FC32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59BD19-3BE9-42A3-8E52-9D045E2C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069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751BC-28E9-4C93-AB85-FCD39443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35D7EC8-7DAA-4CC1-BC00-A0B50716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1C84274-F558-4B4D-92AC-F7446FBD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110D5C-EB1A-4B65-B10A-126565BB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21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0C575D5-55DF-4C62-9930-AFE17BA0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289F65A-E04C-4A5A-ADEB-2BD6AC72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B669FA-989A-41E6-B432-F605B6F4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82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E389A-1A2C-4208-93BB-F2584BF6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55E9CA-7C05-4D93-ABC7-E9E6A7C90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8BBE6E-E608-47C3-88CE-251487C0E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F600B7-FBD5-4253-A670-4AF365A1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AABEBA-963C-4D3E-A927-94B24054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97A4DA-D071-4126-9924-C55296D8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159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92603-FDA4-4A08-AA92-D40AEE76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04DF1F7-C7AA-4760-BA3F-BE74CDB92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A2A6CF1-8B27-4AC2-8DBE-E4EA13BC4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22FF57-9B61-4FC4-AB09-E64A0E5A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DA12BA-CF33-4765-8383-40B4A0B4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AC9EC5-187A-4FBF-8BF2-A3DEE89B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310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9C4FF-2CF3-4500-BA10-B51D76CD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6A2ADF-12CF-4769-A899-6B77EEB26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1C6DD3-F54B-4A04-BD0F-4283996F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2B508C-FC7B-4A8F-B569-40C7DD90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69FF3A-1ACC-4AFB-BDD8-04262A8A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32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F66E944-A4DD-40CA-AA14-6A62C7F04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438A34-B6AD-4264-A48C-16031FA08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69391F-F63A-4E99-B8C8-965D7E79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0BE7A8-5D85-4B0B-BD58-B37C2D73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3B2BCE-868F-4785-A6D0-23CC271E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74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F930A9-E409-4A0E-9025-4D70F580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861456-A149-4F2A-9C29-3609D50AC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F54DFB-20DF-4F9A-8AE2-6331CF49C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632E-F7D2-4AEC-B1E7-9C005E60AE0A}" type="datetimeFigureOut">
              <a:rPr lang="zh-TW" altLang="en-US" smtClean="0"/>
              <a:t>2023/10/28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839D4B-6E1F-4076-A1EA-C837032B9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01057-0F3C-489E-931E-326F90D6F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30B02-D380-4A20-BD97-E71A650D21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17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DC6AF3-BEA6-45EB-A26A-39612FEB2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1118"/>
            <a:ext cx="9144000" cy="1655763"/>
          </a:xfrm>
        </p:spPr>
        <p:txBody>
          <a:bodyPr>
            <a:normAutofit/>
          </a:bodyPr>
          <a:lstStyle/>
          <a:p>
            <a:pPr algn="just"/>
            <a:r>
              <a:rPr lang="en-US" altLang="zh-TW" sz="3600" b="0" i="0" u="none" strike="noStrike" baseline="0" dirty="0">
                <a:latin typeface="TimesNewRoman"/>
              </a:rPr>
              <a:t>FPGA Hardware Implementation of the Yolo</a:t>
            </a:r>
            <a:br>
              <a:rPr lang="en-US" altLang="zh-TW" sz="3600" b="0" i="0" u="none" strike="noStrike" baseline="0" dirty="0">
                <a:latin typeface="TimesNewRoman"/>
              </a:rPr>
            </a:br>
            <a:r>
              <a:rPr lang="en-US" altLang="zh-TW" sz="3600" b="0" i="0" u="none" strike="noStrike" baseline="0" dirty="0">
                <a:latin typeface="TimesNewRoman"/>
              </a:rPr>
              <a:t>Subclass Convolutional Neural Network Model</a:t>
            </a:r>
            <a:br>
              <a:rPr lang="en-US" altLang="zh-TW" sz="3600" b="0" i="0" u="none" strike="noStrike" baseline="0" dirty="0">
                <a:latin typeface="TimesNewRoman"/>
              </a:rPr>
            </a:br>
            <a:r>
              <a:rPr lang="en-US" altLang="zh-TW" sz="3600" b="0" i="0" u="none" strike="noStrike" baseline="0" dirty="0">
                <a:latin typeface="TimesNewRoman"/>
              </a:rPr>
              <a:t>in Computer Vision Systems			</a:t>
            </a:r>
            <a:r>
              <a:rPr lang="en-US" altLang="zh-TW" sz="1600" b="0" i="0" u="none" strike="noStrike" baseline="0" dirty="0">
                <a:latin typeface="TimesNewRoman"/>
              </a:rPr>
              <a:t>2022</a:t>
            </a:r>
            <a:endParaRPr lang="zh-TW" altLang="en-US" sz="1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5EBE99E-F69E-43A0-B5FC-62A7434A5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5822" y="6030119"/>
            <a:ext cx="9144000" cy="1655762"/>
          </a:xfrm>
        </p:spPr>
        <p:txBody>
          <a:bodyPr/>
          <a:lstStyle/>
          <a:p>
            <a:r>
              <a:rPr lang="en-US" altLang="zh-TW" dirty="0"/>
              <a:t>Reporter:B10915061 </a:t>
            </a:r>
            <a:r>
              <a:rPr lang="zh-TW" altLang="en-US" dirty="0"/>
              <a:t>詹宗叡</a:t>
            </a:r>
          </a:p>
        </p:txBody>
      </p:sp>
    </p:spTree>
    <p:extLst>
      <p:ext uri="{BB962C8B-B14F-4D97-AF65-F5344CB8AC3E}">
        <p14:creationId xmlns:p14="http://schemas.microsoft.com/office/powerpoint/2010/main" val="371899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F916F-5AAF-442E-8E36-5F18A333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B9E619-6038-4B4B-BD4D-402743139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4000" b="0" i="0" u="none" strike="noStrike" baseline="0" dirty="0">
                <a:latin typeface="TimesNewRoman"/>
              </a:rPr>
              <a:t>I. 	INTRODUCTION</a:t>
            </a:r>
          </a:p>
          <a:p>
            <a:pPr marL="0" indent="0" algn="l">
              <a:buNone/>
            </a:pPr>
            <a:r>
              <a:rPr lang="en-US" altLang="zh-TW" sz="4000" b="0" i="0" u="none" strike="noStrike" baseline="0" dirty="0">
                <a:latin typeface="TimesNewRoman"/>
              </a:rPr>
              <a:t>II. 	</a:t>
            </a:r>
            <a:r>
              <a:rPr lang="en-US" altLang="zh-TW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pPr marL="0" indent="0">
              <a:buNone/>
            </a:pPr>
            <a:r>
              <a:rPr lang="en-US" altLang="zh-TW" sz="4000" b="0" i="0" u="none" strike="noStrike" baseline="0" dirty="0">
                <a:latin typeface="TimesNewRoman"/>
              </a:rPr>
              <a:t>III.</a:t>
            </a:r>
            <a:r>
              <a:rPr lang="en-US" altLang="zh-TW" sz="4000" b="1" u="none" strike="noStrike" baseline="0" dirty="0">
                <a:latin typeface="Söhne"/>
              </a:rPr>
              <a:t>	</a:t>
            </a:r>
            <a:r>
              <a:rPr lang="en-US" altLang="zh-TW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FPGA Hardware Design and Optimization</a:t>
            </a:r>
            <a:endParaRPr lang="en-US" altLang="zh-TW" sz="400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000" b="0" i="0" u="none" strike="noStrike" baseline="0" dirty="0">
                <a:latin typeface="TimesNewRoman"/>
              </a:rPr>
              <a:t>IV.</a:t>
            </a:r>
            <a:r>
              <a:rPr lang="en-US" altLang="zh-TW" sz="4000" b="1" i="0" dirty="0">
                <a:effectLst/>
                <a:latin typeface="Söhne"/>
              </a:rPr>
              <a:t> 	</a:t>
            </a:r>
            <a:r>
              <a:rPr lang="en-US" altLang="zh-TW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</a:t>
            </a:r>
            <a:endParaRPr lang="en-US" altLang="zh-TW" sz="40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000" b="0" i="0" u="none" strike="noStrike" baseline="0" dirty="0">
                <a:latin typeface="TimesNewRoman"/>
              </a:rPr>
              <a:t>V.</a:t>
            </a:r>
            <a:r>
              <a:rPr lang="en-US" altLang="zh-TW" sz="4000" b="1" i="0" dirty="0">
                <a:effectLst/>
                <a:latin typeface="Söhne"/>
              </a:rPr>
              <a:t> 	</a:t>
            </a:r>
            <a:r>
              <a:rPr lang="en-US" altLang="zh-TW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Future Perspectives</a:t>
            </a:r>
          </a:p>
          <a:p>
            <a:pPr algn="l"/>
            <a:endParaRPr lang="en-US" altLang="zh-TW" sz="1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79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55A01-EF03-48ED-AE0B-C0B2377E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i="1" u="none" strike="noStrike" baseline="0" dirty="0">
                <a:latin typeface="TimesNewRoman"/>
              </a:rPr>
              <a:t>I.</a:t>
            </a:r>
            <a:r>
              <a:rPr lang="zh-TW" altLang="en-US" sz="4400" b="1" i="1" u="none" strike="noStrike" baseline="0" dirty="0">
                <a:latin typeface="TimesNewRoman"/>
              </a:rPr>
              <a:t>  </a:t>
            </a:r>
            <a:r>
              <a:rPr lang="en-US" altLang="zh-TW" sz="4400" b="1" i="1" u="none" strike="noStrike" baseline="0" dirty="0">
                <a:latin typeface="TimesNewRoman"/>
              </a:rPr>
              <a:t>INTRODUCTION</a:t>
            </a:r>
            <a:endParaRPr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87EC42-832A-44EC-AF94-E6C5041B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Research Background</a:t>
            </a:r>
          </a:p>
          <a:p>
            <a:pPr marL="514350" indent="-514350">
              <a:buFont typeface="+mj-lt"/>
              <a:buAutoNum type="arabicPeriod"/>
            </a:pPr>
            <a:endParaRPr lang="en-US" altLang="zh-TW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Application of Yolo Subclass CNN Model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34851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DC40DB-4996-4B52-ACE0-CBAE8E44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dirty="0"/>
              <a:t>1. Research Background</a:t>
            </a:r>
            <a:endParaRPr lang="zh-TW" altLang="en-US" sz="3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5B9882-27F7-4DBC-A36C-7CF3C663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Discussing the significance of FPGA in computer and robot vision systems, emphasizing its role in enhancing computational speed and reducing power consumption.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537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DC40DB-4996-4B52-ACE0-CBAE8E44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dirty="0"/>
              <a:t>2. Application of Yolo Subclass Convolutional Neural Network Model</a:t>
            </a:r>
            <a:endParaRPr lang="zh-TW" altLang="en-US" sz="3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5B9882-27F7-4DBC-A36C-7CF3C663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Exploring the potential applications of the Yolo subclass model in robot vision tasks such as object detection and recognition.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270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EDABE-51F9-4952-B185-B111365C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Related Work</a:t>
            </a:r>
            <a:endParaRPr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49ABA-C2E8-4A21-8FC3-81900CD0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Summary of FPGA Applications in Computer Vision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solidFill>
                <a:srgbClr val="374151"/>
              </a:solidFill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Previous Research on Yolo Subclass Model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13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EDABE-51F9-4952-B185-B111365C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1. Summary of FPGA Applications in Computer Vision</a:t>
            </a:r>
            <a:endParaRPr lang="zh-TW" altLang="en-US" sz="3000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49ABA-C2E8-4A21-8FC3-81900CD0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Providing an overview of previous research in implementing computer vision algorithms on FPGA, particularly focusing on applications in robot vision tasks.</a:t>
            </a:r>
          </a:p>
          <a:p>
            <a:endParaRPr lang="en-US" altLang="zh-TW" dirty="0">
              <a:solidFill>
                <a:srgbClr val="37415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43189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EDABE-51F9-4952-B185-B111365C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2. Previous Research on Yolo Subclass Model</a:t>
            </a:r>
            <a:endParaRPr lang="zh-TW" altLang="en-US" sz="3000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49ABA-C2E8-4A21-8FC3-81900CD0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Reviewing past research achievements and case studies concerning the Yolo subclass convolutional neural network model in computer and robot vision.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961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D4EB7-ABB2-4557-AA47-AEF3F6B4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0450" cy="1325563"/>
          </a:xfrm>
        </p:spPr>
        <p:txBody>
          <a:bodyPr>
            <a:normAutofit/>
          </a:bodyPr>
          <a:lstStyle/>
          <a:p>
            <a:r>
              <a:rPr lang="en-US" altLang="zh-TW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FPGA Hardware Design and Optimization</a:t>
            </a:r>
            <a:endParaRPr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E65E-64E0-4027-AF57-B49ED5C6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FPGA Architecture Design for Yolo Subclass Model</a:t>
            </a:r>
          </a:p>
          <a:p>
            <a:pPr marL="514350" indent="-514350" algn="l">
              <a:buFont typeface="+mj-lt"/>
              <a:buAutoNum type="arabicPeriod"/>
            </a:pPr>
            <a:endParaRPr lang="en-US" altLang="zh-TW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Hardware Optimization Strategies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545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D4EB7-ABB2-4557-AA47-AEF3F6B4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1. FPGA Architecture Design for Yolo Subclass Model</a:t>
            </a:r>
            <a:endParaRPr lang="zh-TW" altLang="en-US" sz="3000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E65E-64E0-4027-AF57-B49ED5C6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Describing in detail the hardware architecture design required for implementing the Yolo subclass model on FPGA, including computation units and storage units.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8636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D4EB7-ABB2-4557-AA47-AEF3F6B4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2. Hardware Optimization Strategies</a:t>
            </a:r>
            <a:endParaRPr lang="zh-TW" altLang="en-US" sz="3000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8E65E-64E0-4027-AF57-B49ED5C6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Discussing strategies and methods for optimizing FPGA hardware implementation, considering specific requirements of robot vision tasks, such as real-time processing and accuracy.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393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D4EB7-ABB2-4557-AA47-AEF3F6B4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2. Hardware Optimization Strategies</a:t>
            </a:r>
            <a:endParaRPr lang="zh-TW" altLang="en-US" sz="3000" b="1" i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6EBE16-486B-489B-AE5F-3EDDB7F2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1406098"/>
            <a:ext cx="2415383" cy="2975402"/>
          </a:xfrm>
          <a:prstGeom prst="rect">
            <a:avLst/>
          </a:prstGeom>
        </p:spPr>
      </p:pic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2AE7E21-0774-4835-9837-1B7C6CE50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65" y="1409273"/>
            <a:ext cx="2525336" cy="30416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D25C168-2FD4-4E26-B05B-9533E40F4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291" y="1406098"/>
            <a:ext cx="2858830" cy="482462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31DAE4D-E7F7-4AD7-B500-D68A5F541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1329" y="4520883"/>
            <a:ext cx="2487045" cy="1709843"/>
          </a:xfrm>
          <a:prstGeom prst="rect">
            <a:avLst/>
          </a:prstGeom>
        </p:spPr>
      </p:pic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F8D3312A-5408-4902-9019-178682656263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2658517" y="3972992"/>
            <a:ext cx="2223029" cy="5825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0392720-5B95-48B0-815D-C920EC7F62CF}"/>
              </a:ext>
            </a:extLst>
          </p:cNvPr>
          <p:cNvCxnSpPr>
            <a:cxnSpLocks/>
          </p:cNvCxnSpPr>
          <p:nvPr/>
        </p:nvCxnSpPr>
        <p:spPr>
          <a:xfrm>
            <a:off x="3478732" y="3152774"/>
            <a:ext cx="66586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579856B1-D2F3-4296-A161-C4FCE2673595}"/>
              </a:ext>
            </a:extLst>
          </p:cNvPr>
          <p:cNvSpPr/>
          <p:nvPr/>
        </p:nvSpPr>
        <p:spPr>
          <a:xfrm>
            <a:off x="3629025" y="2365375"/>
            <a:ext cx="371475" cy="2285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ADB8E179-4AA4-4D6D-AA93-D3455D2AE396}"/>
              </a:ext>
            </a:extLst>
          </p:cNvPr>
          <p:cNvSpPr/>
          <p:nvPr/>
        </p:nvSpPr>
        <p:spPr>
          <a:xfrm>
            <a:off x="6735424" y="3270250"/>
            <a:ext cx="371475" cy="2285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07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17BC51-F948-43F7-B06C-88CA1675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IV. Experimental Results and Analysis</a:t>
            </a:r>
            <a:endParaRPr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1ED5BF-DEC1-41DF-BCD5-457E8EBDE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Performance Testing of Yolo Subclass Model on FPGA</a:t>
            </a:r>
          </a:p>
          <a:p>
            <a:pPr marL="514350" indent="-514350" algn="l">
              <a:buFont typeface="+mj-lt"/>
              <a:buAutoNum type="arabicPeriod"/>
            </a:pPr>
            <a:endParaRPr lang="en-US" altLang="zh-TW" b="1" i="0" dirty="0">
              <a:solidFill>
                <a:srgbClr val="374151"/>
              </a:solidFill>
              <a:effectLst/>
              <a:latin typeface="Söhne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Evaluation of Robot Vision Task Performance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52448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17BC51-F948-43F7-B06C-88CA1675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1. Performance Testing of Yolo Subclass Model on FPGA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1ED5BF-DEC1-41DF-BCD5-457E8EBDE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Reporting performance test results of implementing the Yolo subclass </a:t>
            </a:r>
          </a:p>
          <a:p>
            <a:pPr marL="0" indent="0" algn="l">
              <a:buNone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convolutional neural network model on FPGA, including evaluations </a:t>
            </a:r>
          </a:p>
          <a:p>
            <a:pPr marL="0" indent="0" algn="l">
              <a:buNone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of speed, accuracy, and power consumption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40579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17BC51-F948-43F7-B06C-88CA1675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2. Evaluation of Robot Vision Task Performance</a:t>
            </a:r>
            <a:endParaRPr lang="zh-TW" altLang="en-US" sz="3000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1ED5BF-DEC1-41DF-BCD5-457E8EBDE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Analyzing the performance of applying the FPGA-implemented Yolo subclass model to robot vision tasks, such as intelligent navigation and object recognition</a:t>
            </a:r>
            <a:endParaRPr lang="zh-TW" altLang="en-US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876783E-614E-4607-830A-6DE74A15C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4037"/>
            <a:ext cx="3673722" cy="260139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774EFFF-8AEE-4D57-93B1-1E379360A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22" y="3234889"/>
            <a:ext cx="3528594" cy="25105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691B878-97B7-47FD-A55E-0B126C177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515" y="3294604"/>
            <a:ext cx="3750807" cy="251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94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103646-6695-4B23-BA31-A1BB1FE6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V. Applications and Future Perspectives</a:t>
            </a:r>
            <a:endParaRPr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BBF10-AFFA-4F55-B4CC-5F79DB78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Analysis of Robot Vision System Application Scenarios</a:t>
            </a:r>
          </a:p>
          <a:p>
            <a:pPr marL="514350" indent="-514350" algn="l">
              <a:buFont typeface="+mj-lt"/>
              <a:buAutoNum type="arabicPeriod"/>
            </a:pPr>
            <a:endParaRPr lang="en-US" altLang="zh-TW" b="1" i="0" dirty="0">
              <a:solidFill>
                <a:srgbClr val="374151"/>
              </a:solidFill>
              <a:effectLst/>
              <a:latin typeface="Söhne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TW" b="1" i="0" dirty="0">
                <a:solidFill>
                  <a:srgbClr val="374151"/>
                </a:solidFill>
                <a:effectLst/>
                <a:latin typeface="Söhne"/>
              </a:rPr>
              <a:t>Future Research Directions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676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103646-6695-4B23-BA31-A1BB1FE6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1. Analysis of Robot Vision System Application Scenarios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BBF10-AFFA-4F55-B4CC-5F79DB78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Analyzing application scenarios of implementing the FPGA-based Yolo subclass convolutional neural network model in real-world robot vision tasks, discussing its potential applications in intelligent robotics and autonomous navigation systems.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032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103646-6695-4B23-BA31-A1BB1FE6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000" b="1" dirty="0">
                <a:solidFill>
                  <a:srgbClr val="374151"/>
                </a:solidFill>
                <a:latin typeface="Söhne"/>
              </a:rPr>
              <a:t>2. </a:t>
            </a:r>
            <a:r>
              <a:rPr lang="en-US" altLang="zh-TW" sz="3000" b="1" i="0" dirty="0">
                <a:solidFill>
                  <a:srgbClr val="374151"/>
                </a:solidFill>
                <a:effectLst/>
                <a:latin typeface="Söhne"/>
              </a:rPr>
              <a:t>Future Research Directions</a:t>
            </a:r>
            <a:endParaRPr lang="zh-TW" altLang="en-US" sz="3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BBF10-AFFA-4F55-B4CC-5F79DB78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Proposing future research and development directions, including more precise hardware optimization strategies and exploring a wider range of application scenarios.</a:t>
            </a:r>
          </a:p>
        </p:txBody>
      </p:sp>
    </p:spTree>
    <p:extLst>
      <p:ext uri="{BB962C8B-B14F-4D97-AF65-F5344CB8AC3E}">
        <p14:creationId xmlns:p14="http://schemas.microsoft.com/office/powerpoint/2010/main" val="2991718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460</Words>
  <Application>Microsoft Office PowerPoint</Application>
  <PresentationFormat>寬螢幕</PresentationFormat>
  <Paragraphs>51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Söhne</vt:lpstr>
      <vt:lpstr>TimesNewRoman</vt:lpstr>
      <vt:lpstr>Arial</vt:lpstr>
      <vt:lpstr>Calibri</vt:lpstr>
      <vt:lpstr>Calibri Light</vt:lpstr>
      <vt:lpstr>Times New Roman</vt:lpstr>
      <vt:lpstr>Office 佈景主題</vt:lpstr>
      <vt:lpstr>FPGA Hardware Implementation of the Yolo Subclass Convolutional Neural Network Model in Computer Vision Systems   2022</vt:lpstr>
      <vt:lpstr>OUTLINE</vt:lpstr>
      <vt:lpstr>I.  INTRODUCTION</vt:lpstr>
      <vt:lpstr>1. Research Background</vt:lpstr>
      <vt:lpstr>2. Application of Yolo Subclass Convolutional Neural Network Model</vt:lpstr>
      <vt:lpstr>II. Related Work</vt:lpstr>
      <vt:lpstr>1. Summary of FPGA Applications in Computer Vision</vt:lpstr>
      <vt:lpstr>2. Previous Research on Yolo Subclass Model</vt:lpstr>
      <vt:lpstr>III. FPGA Hardware Design and Optimization</vt:lpstr>
      <vt:lpstr>1. FPGA Architecture Design for Yolo Subclass Model</vt:lpstr>
      <vt:lpstr>2. Hardware Optimization Strategies</vt:lpstr>
      <vt:lpstr>2. Hardware Optimization Strategies</vt:lpstr>
      <vt:lpstr>IV. Experimental Results and Analysis</vt:lpstr>
      <vt:lpstr>1. Performance Testing of Yolo Subclass Model on FPGA</vt:lpstr>
      <vt:lpstr>2. Evaluation of Robot Vision Task Performance</vt:lpstr>
      <vt:lpstr>V. Applications and Future Perspectives</vt:lpstr>
      <vt:lpstr>1. Analysis of Robot Vision System Application Scenarios</vt:lpstr>
      <vt:lpstr>2. Future Research Directions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Hardware Implementation of the Yolo Subclass Convolutional Neural Network Model in Computer Vision Systems   2022</dc:title>
  <dc:creator>宗叡 詹</dc:creator>
  <cp:lastModifiedBy>宗叡 詹</cp:lastModifiedBy>
  <cp:revision>26</cp:revision>
  <dcterms:created xsi:type="dcterms:W3CDTF">2023-10-28T11:11:27Z</dcterms:created>
  <dcterms:modified xsi:type="dcterms:W3CDTF">2023-10-28T18:10:05Z</dcterms:modified>
</cp:coreProperties>
</file>